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Sales by Sub-Category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by Region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by Segment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by Category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by Year and Region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Sales by State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cardVisual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01bfee24-08b5-4cff-a96e-d1f6614e768a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c11ccd2b04c841c6" /><Relationship Type="http://schemas.openxmlformats.org/officeDocument/2006/relationships/slideLayout" Target="/ppt/slideLayouts/slideLayout8.xml" Id="R4b5bd144b8364830" /><Relationship Type="http://schemas.openxmlformats.org/officeDocument/2006/relationships/hyperlink" Target="https://app.powerbi.com/groups/me/reports/01bfee24-08b5-4cff-a96e-d1f6614e768a/?pbi_source=PowerPoint" TargetMode="External" Id="RelId0" /><Relationship Type="http://schemas.openxmlformats.org/officeDocument/2006/relationships/image" Target="/ppt/media/image4.png" Id="imgId91712058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SALES DATA ANALYSIS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24/03/2026 03:07:22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27/05/2025 06:44:55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ales by Sub-Category ,Sales by Region ,Sales by Segment ,Sales by Category ,Sales by Year and Region ,actionButton ,Sales by State ,cardVisual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9171205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0" y="161925"/>
            <a:ext cx="12192000" cy="6524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Sales analysis report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