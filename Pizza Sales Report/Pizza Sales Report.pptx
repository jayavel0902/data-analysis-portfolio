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order by day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order by Month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Revenu by pizza_category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Revenu by pizza_size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funnel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pageNavigator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pageNavigator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5 Revenu by pizza_name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5 pizza sold by pizza_name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Top 5 order by pizza_name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Bottom 5 Revenu by pizza_name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Bottom 5 pizza sold by pizza_name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Bottom 5 order by pizza_name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pageNavigator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pageNavigator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6da4e588-4e51-4a35-98d5-a8e1264455a3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82e6f8ef1a974e74" /><Relationship Type="http://schemas.openxmlformats.org/officeDocument/2006/relationships/slideLayout" Target="/ppt/slideLayouts/slideLayout8.xml" Id="R2bc8e0130b5246e3" /><Relationship Type="http://schemas.openxmlformats.org/officeDocument/2006/relationships/hyperlink" Target="https://app.powerbi.com/groups/me/reports/6da4e588-4e51-4a35-98d5-a8e1264455a3/?pbi_source=PowerPoint" TargetMode="External" Id="RelId0" /><Relationship Type="http://schemas.openxmlformats.org/officeDocument/2006/relationships/image" Target="/ppt/media/image4.png" Id="imgId917088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1d4fc488767d4a1d" /><Relationship Type="http://schemas.openxmlformats.org/officeDocument/2006/relationships/slideLayout" Target="/ppt/slideLayouts/slideLayout8.xml" Id="R2ce22a6d7a4b4f9c" /><Relationship Type="http://schemas.openxmlformats.org/officeDocument/2006/relationships/hyperlink" Target="https://app.powerbi.com/groups/me/reports/6da4e588-4e51-4a35-98d5-a8e1264455a3/?pbi_source=PowerPoint" TargetMode="External" Id="RelId1" /><Relationship Type="http://schemas.openxmlformats.org/officeDocument/2006/relationships/image" Target="/ppt/media/image5.png" Id="imgId91708835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Pizza Sales Report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24/03/2026 03:02:28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27/05/2025 06:30:11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ardVisual ,shape ,textbox ,textbox ,Total order by day ,Total order by Month ,Revenu by pizza_category ,Revenu by pizza_size ,funnel ,shape ,textbox ,textbox ,textbox ,textbox ,slicer ,slicer ,pageNavigator ,pageNavigator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9170883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447675"/>
            <a:ext cx="12192000" cy="594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Home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ardVisual ,shape ,textbox ,textbox ,shape ,textbox ,textbox ,textbox ,textbox ,slicer ,slicer ,Top 5 Revenu by pizza_name ,Top 5 pizza sold by pizza_name ,Top 5 order by pizza_name ,Bottom 5 Revenu by pizza_name ,Bottom 5 pizza sold by pizza_name ,Bottom 5 order by pizza_name ,pageNavigator ,pageNavigator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9170883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447675"/>
            <a:ext cx="12192000" cy="594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Best Seller/Worst Sellers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