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tableEx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areaChart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areaChart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areaChart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donutChart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ea86fba8-fb8e-4e2f-8ec4-e0dd25d9f15a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2061cc71b4394746" /><Relationship Type="http://schemas.openxmlformats.org/officeDocument/2006/relationships/slideLayout" Target="/ppt/slideLayouts/slideLayout8.xml" Id="R386e5a7ff7404789" /><Relationship Type="http://schemas.openxmlformats.org/officeDocument/2006/relationships/hyperlink" Target="https://app.powerbi.com/groups/me/reports/ea86fba8-fb8e-4e2f-8ec4-e0dd25d9f15a/?pbi_source=PowerPoint" TargetMode="External" Id="RelId0" /><Relationship Type="http://schemas.openxmlformats.org/officeDocument/2006/relationships/image" Target="/ppt/media/image4.png" Id="imgId91299208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HR Analytics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24/03/2026 03:01:06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23/05/2025 02:13:40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rd ,card ,card ,slicer ,card ,card ,tableEx ,pivotTable ,areaChart ,areaChart ,areaChart ,pieChart ,donutChart ,pieChart ,shape ,shape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9129920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1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