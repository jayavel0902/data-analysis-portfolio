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apps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Installs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Rating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Categories by Installs &amp;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Rating by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Top Apps By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Apps by User Engagement Score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Content Rating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Android Version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Developers by Installs &amp;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Developer Distribution by App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 Updates (Last Updated Timeline)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Revenue Trend by Month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Installs by Month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In-App Purchases by Month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In-App Purchases vs. Ad Supported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Most Popular Content Ratings (by Installs)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10 Most Engaging Apps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Engagement vs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911a3d33-0367-4d29-8672-fdc95e5befdb?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058a197f11044d06" /><Relationship Type="http://schemas.openxmlformats.org/officeDocument/2006/relationships/slideLayout" Target="/ppt/slideLayouts/slideLayout8.xml" Id="R184a95617a804e2c" /><Relationship Type="http://schemas.openxmlformats.org/officeDocument/2006/relationships/hyperlink" Target="https://app.powerbi.com/groups/me/reports/911a3d33-0367-4d29-8672-fdc95e5befdb/?pbi_source=PowerPoint" TargetMode="External" Id="RelId0" /><Relationship Type="http://schemas.openxmlformats.org/officeDocument/2006/relationships/image" Target="/ppt/media/image4.png" Id="imgId86231599"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b7e64add4b204d17" /><Relationship Type="http://schemas.openxmlformats.org/officeDocument/2006/relationships/slideLayout" Target="/ppt/slideLayouts/slideLayout8.xml" Id="R736ababc9eb74928" /><Relationship Type="http://schemas.openxmlformats.org/officeDocument/2006/relationships/hyperlink" Target="https://app.powerbi.com/groups/me/reports/911a3d33-0367-4d29-8672-fdc95e5befdb/?pbi_source=PowerPoint" TargetMode="External" Id="RelId1" /><Relationship Type="http://schemas.openxmlformats.org/officeDocument/2006/relationships/image" Target="/ppt/media/image5.png" Id="imgId86231600"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52a049d719ee443d" /><Relationship Type="http://schemas.openxmlformats.org/officeDocument/2006/relationships/slideLayout" Target="/ppt/slideLayouts/slideLayout8.xml" Id="Rdb8d7d2520f14f1b" /><Relationship Type="http://schemas.openxmlformats.org/officeDocument/2006/relationships/hyperlink" Target="https://app.powerbi.com/groups/me/reports/911a3d33-0367-4d29-8672-fdc95e5befdb/?pbi_source=PowerPoint" TargetMode="External" Id="RelId2" /><Relationship Type="http://schemas.openxmlformats.org/officeDocument/2006/relationships/image" Target="/ppt/media/image6.png" Id="imgId86231601"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7a2efd08e33c463f" /><Relationship Type="http://schemas.openxmlformats.org/officeDocument/2006/relationships/slideLayout" Target="/ppt/slideLayouts/slideLayout8.xml" Id="Rf51b6f84a4034169" /><Relationship Type="http://schemas.openxmlformats.org/officeDocument/2006/relationships/hyperlink" Target="https://app.powerbi.com/groups/me/reports/911a3d33-0367-4d29-8672-fdc95e5befdb/?pbi_source=PowerPoint" TargetMode="External" Id="RelId3" /><Relationship Type="http://schemas.openxmlformats.org/officeDocument/2006/relationships/image" Target="/ppt/media/image7.png" Id="imgId86231602"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4b46409015724b3f" /><Relationship Type="http://schemas.openxmlformats.org/officeDocument/2006/relationships/slideLayout" Target="/ppt/slideLayouts/slideLayout8.xml" Id="R6dfa103d8252436f" /><Relationship Type="http://schemas.openxmlformats.org/officeDocument/2006/relationships/hyperlink" Target="https://app.powerbi.com/groups/me/reports/911a3d33-0367-4d29-8672-fdc95e5befdb/?pbi_source=PowerPoint" TargetMode="External" Id="RelId4" /><Relationship Type="http://schemas.openxmlformats.org/officeDocument/2006/relationships/image" Target="/ppt/media/image8.png" Id="imgId86231603"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366ea6686f3e48da" /><Relationship Type="http://schemas.openxmlformats.org/officeDocument/2006/relationships/slideLayout" Target="/ppt/slideLayouts/slideLayout8.xml" Id="Ra4042c0e91fd46fb" /><Relationship Type="http://schemas.openxmlformats.org/officeDocument/2006/relationships/hyperlink" Target="https://app.powerbi.com/groups/me/reports/911a3d33-0367-4d29-8672-fdc95e5befdb/?pbi_source=PowerPoint" TargetMode="External" Id="RelId5" /><Relationship Type="http://schemas.openxmlformats.org/officeDocument/2006/relationships/image" Target="/ppt/media/image9.png" Id="imgId86231604"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Play_Store</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24/03/2026 03:03:50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16/04/2025 09:03:22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Total apps ,Total Installs ,Total Revenue ,Total Rating ,Categories by Installs &amp; Revenue ,Rating by Distribution ,App Type ,slicer ,slicer ,slicer ,actionButton.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8623159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Executive Summary</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op Apps By Revenue ,Top Apps by User Engagement Score ,Revenue by Content Rating ,Android Version Distribution ,actionButton ,actionButton ,slicer ,slicer ,slicer ,slice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8623160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App Performance</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Developers by Installs &amp; Revenue ,Developer Distribution by App Type ,App Updates (Last Updated Timeline) ,actionButton ,actionButton ,slicer ,slice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8623160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Developer Insights</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Revenue Trend by Month ,Installs by Month ,In-App Purchases by Month ,actionButton ,actionButton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8623160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Advanced Analytics</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In-App Purchases vs. Ad Supported ,Most Popular Content Ratings (by Installs) ,Top 10 Most Engaging Apps ,Engagement vs Revenue ,actionButton ,actionButton ,actionButton.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8623160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App Engagement &amp; User Insights</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shape ,textbox.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8623160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Project Description</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